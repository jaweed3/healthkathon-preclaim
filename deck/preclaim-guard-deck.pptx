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PRECLAIM GUARD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Evidence-Grounded, Policy-Aware, Local-First Pre-Claim Compliance Assistant untuk Koder JKN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1097280" cy="73152"/>
          </a:xfrm>
          <a:prstGeom prst="rect">
            <a:avLst/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before submit. Explain before reject.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0"/>
                </a:solidFill>
              </a:rPr>
              <a:t>Efisiensi Risiko pada Fasilitas Kesehatan  •  Upcoding  •  Unbundling  •  Cloning / Repeat Billing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B5"/>
                </a:solidFill>
              </a:rPr>
              <a:t>Tim ProfHabibieBanggaSamaKita  •  Fatih Jawwad Al Mumtaz (ketua)  •  Farrel Ghozy Affifuddin (anggota)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Positioning: quality gate sebelum klaim keluar dari 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Satu kategori: Efisiensi Risiko pada Fasilitas Kesehatan. Sub-kategori fokus: Upcoding, Unbundling/Fragmentation, Cloning/Repeat Billing. Verifikasi BPJS yang ada bekerja represif setelah klaim masuk — kami preventif sebelum klaim keluar. Tidak menggantikan koder, tidak memvonis fraud, tidak menolak otomatis.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2651760" cy="228600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Sebelum submit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Rule + evidence check di meja koder, temuan beralasan + versi aturan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920240"/>
            <a:ext cx="2651760" cy="228600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Human-in-the-loop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26517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Keputusan akhir di koder: perbaiki atau setujui dengan catatan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2651760" cy="228600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Local-first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26517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Data pasien tidak keluar RS, prototype murni data synthetic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</a:rPr>
              <a:t>PreClaim Guard  •  Healthkathon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Masalah: uang tertahan triliunan, fraud-nya nyata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Rp5,92 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Nilai klaim ditunda BPJS akhir 2024 atas 3,69 jt kasus (Bisnis.com, Mei 2025)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097280"/>
            <a:ext cx="2651760" cy="201168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0" y="12801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Rp34 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47472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Dugaan fraud 3 RS via phantom billing, KPK bawa ke penindakan (Jul 2024)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2651760" cy="201168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2801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RS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30936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Kejari Jember naikkan dugaan upcoding + phantom billing ke penyidikan (Mei 2026)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A"/>
                </a:solidFill>
              </a:rPr>
              <a:t>Skala JKN: 284 jt peserta aktif per Jul 2026 — program jaminan kesehatan tunggal terbesar di dunia. Setiap perbaikan kualitas klaim berdampak sistemik.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</a:rPr>
              <a:t>Sumber: Bisnis.com 26 Mei 2025; KPK via CNBC/Tribrata Jul 2024; Kompas/RMOL Jatim Mei 2026; BPJS via bpjs-pusat.org Jul 2026.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</a:rPr>
              <a:t>PreClaim Guard  •  Healthkathon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Bukti RS: pending harian yang bisa dicegah di hulu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RSUD Pasar Minggu 2024 (studi terpublikasi, ResearchGate Jun 2025): rata-rata pending 5,45% dari berkas, 17,13% dari nilai klaim. Rawat inap: 1,02% berkas tapi 15,48% nilai — coding dominan dari sisi nilai. Pola ini spesifik per fasilitas, tidak digeneralisasi nasional. Karena tiap RS berbeda, aturan kami berversi dan terkalibrasi lokal.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2651760" cy="173736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Evidence check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Dokumen pendukung kurang → flag sebelum submit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2286000"/>
            <a:ext cx="2651760" cy="173736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Coding consistency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29260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Diagnosis vs tindakan vs obat tidak cocok →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2286000"/>
            <a:ext cx="2651760" cy="1737360"/>
          </a:xfrm>
          <a:prstGeom prst="rect">
            <a:avLst/>
          </a:prstGeom>
          <a:solidFill>
            <a:srgbClr val="F2F5F7"/>
          </a:solidFill>
          <a:ln w="19050">
            <a:solidFill>
              <a:srgbClr val="0E7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468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4"/>
                </a:solidFill>
              </a:rPr>
              <a:t>Episode review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29260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</a:rPr>
              <a:t>Layanan berdekatan yang seharusnya satu paket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</a:rPr>
              <a:t>Sumber: Analisis Klaim Pending BPJS RSUD Pasar Minggu 2024 (ResearchGate, Jun 2025).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</a:rPr>
              <a:t>PreClaim Guard  •  Healthkathon 2026  • 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PreClaim Guard — Healthkathon 2026</dc:title>
  <dc:subject>PptxGenJS Presentation</dc:subject>
  <dc:creator>PreClaim Guard</dc:creator>
  <cp:lastModifiedBy>PreClaim Guard</cp:lastModifiedBy>
  <cp:revision>1</cp:revision>
  <dcterms:created xsi:type="dcterms:W3CDTF">2026-09-09T21:52:01Z</dcterms:created>
  <dcterms:modified xsi:type="dcterms:W3CDTF">2026-09-09T21:52:01Z</dcterms:modified>
</cp:coreProperties>
</file>